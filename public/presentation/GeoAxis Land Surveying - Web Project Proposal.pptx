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arlow SemiCondensed Bold" charset="1" panose="00000806000000000000"/>
      <p:regular r:id="rId12"/>
    </p:embeddedFont>
    <p:embeddedFont>
      <p:font typeface="Montserrat Bold" charset="1" panose="00000800000000000000"/>
      <p:regular r:id="rId13"/>
    </p:embeddedFont>
    <p:embeddedFont>
      <p:font typeface="Montserrat" charset="1" panose="00000500000000000000"/>
      <p:regular r:id="rId14"/>
    </p:embeddedFont>
    <p:embeddedFont>
      <p:font typeface="Montserrat Italic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60105" y="0"/>
            <a:ext cx="9918787" cy="2082009"/>
            <a:chOff x="0" y="0"/>
            <a:chExt cx="4268380" cy="895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8380" cy="895957"/>
            </a:xfrm>
            <a:custGeom>
              <a:avLst/>
              <a:gdLst/>
              <a:ahLst/>
              <a:cxnLst/>
              <a:rect r="r" b="b" t="t" l="l"/>
              <a:pathLst>
                <a:path h="895957" w="4268380">
                  <a:moveTo>
                    <a:pt x="203200" y="0"/>
                  </a:moveTo>
                  <a:lnTo>
                    <a:pt x="4268380" y="0"/>
                  </a:lnTo>
                  <a:lnTo>
                    <a:pt x="4065180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4065180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41145" y="2082009"/>
            <a:ext cx="11828882" cy="8204991"/>
            <a:chOff x="0" y="0"/>
            <a:chExt cx="1291674" cy="8959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1674" cy="895957"/>
            </a:xfrm>
            <a:custGeom>
              <a:avLst/>
              <a:gdLst/>
              <a:ahLst/>
              <a:cxnLst/>
              <a:rect r="r" b="b" t="t" l="l"/>
              <a:pathLst>
                <a:path h="895957" w="1291674">
                  <a:moveTo>
                    <a:pt x="203200" y="0"/>
                  </a:moveTo>
                  <a:lnTo>
                    <a:pt x="1291674" y="0"/>
                  </a:lnTo>
                  <a:lnTo>
                    <a:pt x="1088474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088474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92149" y="1041005"/>
            <a:ext cx="12114819" cy="9245995"/>
            <a:chOff x="0" y="0"/>
            <a:chExt cx="1176524" cy="897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6524" cy="897920"/>
            </a:xfrm>
            <a:custGeom>
              <a:avLst/>
              <a:gdLst/>
              <a:ahLst/>
              <a:cxnLst/>
              <a:rect r="r" b="b" t="t" l="l"/>
              <a:pathLst>
                <a:path h="897920" w="1176524">
                  <a:moveTo>
                    <a:pt x="203200" y="0"/>
                  </a:moveTo>
                  <a:lnTo>
                    <a:pt x="1176524" y="0"/>
                  </a:lnTo>
                  <a:lnTo>
                    <a:pt x="973324" y="897920"/>
                  </a:lnTo>
                  <a:lnTo>
                    <a:pt x="0" y="89792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67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178946" y="7099768"/>
            <a:ext cx="8231975" cy="1106879"/>
            <a:chOff x="0" y="0"/>
            <a:chExt cx="6663327" cy="8959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3327" cy="895957"/>
            </a:xfrm>
            <a:custGeom>
              <a:avLst/>
              <a:gdLst/>
              <a:ahLst/>
              <a:cxnLst/>
              <a:rect r="r" b="b" t="t" l="l"/>
              <a:pathLst>
                <a:path h="895957" w="6663327">
                  <a:moveTo>
                    <a:pt x="203200" y="0"/>
                  </a:moveTo>
                  <a:lnTo>
                    <a:pt x="6663327" y="0"/>
                  </a:lnTo>
                  <a:lnTo>
                    <a:pt x="6460127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6460127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9145384"/>
            <a:ext cx="1853840" cy="225831"/>
          </a:xfrm>
          <a:custGeom>
            <a:avLst/>
            <a:gdLst/>
            <a:ahLst/>
            <a:cxnLst/>
            <a:rect r="r" b="b" t="t" l="l"/>
            <a:pathLst>
              <a:path h="225831" w="1853840">
                <a:moveTo>
                  <a:pt x="0" y="0"/>
                </a:moveTo>
                <a:lnTo>
                  <a:pt x="1853840" y="0"/>
                </a:lnTo>
                <a:lnTo>
                  <a:pt x="1853840" y="225832"/>
                </a:lnTo>
                <a:lnTo>
                  <a:pt x="0" y="225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688300"/>
            <a:ext cx="7790438" cy="286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b="true" sz="5594" spc="-55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GEOAXIS</a:t>
            </a:r>
          </a:p>
          <a:p>
            <a:pPr algn="l">
              <a:lnSpc>
                <a:spcPts val="5594"/>
              </a:lnSpc>
            </a:pPr>
            <a:r>
              <a:rPr lang="en-US" b="true" sz="5594" spc="-55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LAND SURVEYING</a:t>
            </a:r>
          </a:p>
          <a:p>
            <a:pPr algn="l">
              <a:lnSpc>
                <a:spcPts val="5594"/>
              </a:lnSpc>
            </a:pPr>
            <a:r>
              <a:rPr lang="en-US" b="true" sz="5594" spc="-55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DIGITAL MAPPING SERVICES</a:t>
            </a:r>
          </a:p>
          <a:p>
            <a:pPr algn="l">
              <a:lnSpc>
                <a:spcPts val="5594"/>
              </a:lnSpc>
            </a:pPr>
            <a:r>
              <a:rPr lang="en-US" b="true" sz="5594" spc="-55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WEB SOLUTIONS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103881"/>
            <a:ext cx="7790438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b="true" sz="2500" spc="1700">
                <a:solidFill>
                  <a:srgbClr val="F9C4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INNOVATION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0456" y="7464295"/>
            <a:ext cx="533731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https://geoaxis-surveying.vercel.app/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76309" y="476309"/>
            <a:ext cx="3396987" cy="1104783"/>
            <a:chOff x="0" y="0"/>
            <a:chExt cx="4529316" cy="1473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73044" cy="1473044"/>
            </a:xfrm>
            <a:custGeom>
              <a:avLst/>
              <a:gdLst/>
              <a:ahLst/>
              <a:cxnLst/>
              <a:rect r="r" b="b" t="t" l="l"/>
              <a:pathLst>
                <a:path h="1473044" w="1473044">
                  <a:moveTo>
                    <a:pt x="0" y="0"/>
                  </a:moveTo>
                  <a:lnTo>
                    <a:pt x="1473044" y="0"/>
                  </a:lnTo>
                  <a:lnTo>
                    <a:pt x="1473044" y="1473044"/>
                  </a:lnTo>
                  <a:lnTo>
                    <a:pt x="0" y="1473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762104" y="361872"/>
              <a:ext cx="2767212" cy="825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9"/>
                </a:lnSpc>
              </a:pPr>
              <a:r>
                <a:rPr lang="en-US" b="true" sz="4499" spc="-44">
                  <a:solidFill>
                    <a:srgbClr val="262626"/>
                  </a:solidFill>
                  <a:latin typeface="Barlow SemiCondensed Bold"/>
                  <a:ea typeface="Barlow SemiCondensed Bold"/>
                  <a:cs typeface="Barlow SemiCondensed Bold"/>
                  <a:sym typeface="Barlow SemiCondensed Bold"/>
                </a:rPr>
                <a:t>GEOAXIS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20482" y="0"/>
            <a:ext cx="4704040" cy="10287000"/>
            <a:chOff x="0" y="0"/>
            <a:chExt cx="406400" cy="8887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888733"/>
            </a:xfrm>
            <a:custGeom>
              <a:avLst/>
              <a:gdLst/>
              <a:ahLst/>
              <a:cxnLst/>
              <a:rect r="r" b="b" t="t" l="l"/>
              <a:pathLst>
                <a:path h="888733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888733"/>
                  </a:lnTo>
                  <a:lnTo>
                    <a:pt x="0" y="88873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926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50230" y="1028700"/>
            <a:ext cx="8277323" cy="9258300"/>
            <a:chOff x="0" y="0"/>
            <a:chExt cx="794566" cy="888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4566" cy="888733"/>
            </a:xfrm>
            <a:custGeom>
              <a:avLst/>
              <a:gdLst/>
              <a:ahLst/>
              <a:cxnLst/>
              <a:rect r="r" b="b" t="t" l="l"/>
              <a:pathLst>
                <a:path h="888733" w="794566">
                  <a:moveTo>
                    <a:pt x="203200" y="0"/>
                  </a:moveTo>
                  <a:lnTo>
                    <a:pt x="794566" y="0"/>
                  </a:lnTo>
                  <a:lnTo>
                    <a:pt x="591366" y="888733"/>
                  </a:lnTo>
                  <a:lnTo>
                    <a:pt x="0" y="88873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591366" cy="926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788179" y="1033295"/>
            <a:ext cx="7739373" cy="9253705"/>
            <a:chOff x="0" y="0"/>
            <a:chExt cx="8603361" cy="102867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50" y="-128"/>
              <a:ext cx="8603411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3411">
                  <a:moveTo>
                    <a:pt x="8603411" y="10251441"/>
                  </a:moveTo>
                  <a:cubicBezTo>
                    <a:pt x="8603411" y="10284588"/>
                    <a:pt x="8592743" y="10286874"/>
                    <a:pt x="8564930" y="10286874"/>
                  </a:cubicBezTo>
                  <a:cubicBezTo>
                    <a:pt x="5710350" y="10286239"/>
                    <a:pt x="2855899" y="10286239"/>
                    <a:pt x="1320" y="10286239"/>
                  </a:cubicBezTo>
                  <a:cubicBezTo>
                    <a:pt x="-2744" y="10272396"/>
                    <a:pt x="3606" y="10259823"/>
                    <a:pt x="6527" y="10246996"/>
                  </a:cubicBezTo>
                  <a:cubicBezTo>
                    <a:pt x="132003" y="9685402"/>
                    <a:pt x="257606" y="9123935"/>
                    <a:pt x="383463" y="8562467"/>
                  </a:cubicBezTo>
                  <a:cubicBezTo>
                    <a:pt x="562914" y="7761986"/>
                    <a:pt x="742746" y="6961633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6"/>
                    <a:pt x="8602395" y="6846317"/>
                    <a:pt x="8603411" y="10251441"/>
                  </a:cubicBezTo>
                  <a:close/>
                </a:path>
              </a:pathLst>
            </a:custGeom>
            <a:blipFill>
              <a:blip r:embed="rId2"/>
              <a:stretch>
                <a:fillRect l="-54883" t="0" r="-548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7078" y="8985210"/>
            <a:ext cx="1892849" cy="546180"/>
            <a:chOff x="0" y="0"/>
            <a:chExt cx="3105041" cy="8959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05041" cy="895957"/>
            </a:xfrm>
            <a:custGeom>
              <a:avLst/>
              <a:gdLst/>
              <a:ahLst/>
              <a:cxnLst/>
              <a:rect r="r" b="b" t="t" l="l"/>
              <a:pathLst>
                <a:path h="895957" w="3105041">
                  <a:moveTo>
                    <a:pt x="203200" y="0"/>
                  </a:moveTo>
                  <a:lnTo>
                    <a:pt x="3105041" y="0"/>
                  </a:lnTo>
                  <a:lnTo>
                    <a:pt x="2901841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901841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028700" y="3375971"/>
            <a:ext cx="886383" cy="0"/>
          </a:xfrm>
          <a:prstGeom prst="line">
            <a:avLst/>
          </a:prstGeom>
          <a:ln cap="flat" w="38100">
            <a:solidFill>
              <a:srgbClr val="F9C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0" y="9258300"/>
            <a:ext cx="1853840" cy="225831"/>
          </a:xfrm>
          <a:custGeom>
            <a:avLst/>
            <a:gdLst/>
            <a:ahLst/>
            <a:cxnLst/>
            <a:rect r="r" b="b" t="t" l="l"/>
            <a:pathLst>
              <a:path h="225831" w="1853840">
                <a:moveTo>
                  <a:pt x="0" y="0"/>
                </a:moveTo>
                <a:lnTo>
                  <a:pt x="1853840" y="0"/>
                </a:lnTo>
                <a:lnTo>
                  <a:pt x="1853840" y="225831"/>
                </a:lnTo>
                <a:lnTo>
                  <a:pt x="0" y="225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76309" y="476309"/>
            <a:ext cx="3396987" cy="1104783"/>
            <a:chOff x="0" y="0"/>
            <a:chExt cx="4529316" cy="1473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3044" cy="1473044"/>
            </a:xfrm>
            <a:custGeom>
              <a:avLst/>
              <a:gdLst/>
              <a:ahLst/>
              <a:cxnLst/>
              <a:rect r="r" b="b" t="t" l="l"/>
              <a:pathLst>
                <a:path h="1473044" w="1473044">
                  <a:moveTo>
                    <a:pt x="0" y="0"/>
                  </a:moveTo>
                  <a:lnTo>
                    <a:pt x="1473044" y="0"/>
                  </a:lnTo>
                  <a:lnTo>
                    <a:pt x="1473044" y="1473044"/>
                  </a:lnTo>
                  <a:lnTo>
                    <a:pt x="0" y="1473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762104" y="361872"/>
              <a:ext cx="2767212" cy="825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9"/>
                </a:lnSpc>
              </a:pPr>
              <a:r>
                <a:rPr lang="en-US" b="true" sz="4499" spc="-44">
                  <a:solidFill>
                    <a:srgbClr val="262626"/>
                  </a:solidFill>
                  <a:latin typeface="Barlow SemiCondensed Bold"/>
                  <a:ea typeface="Barlow SemiCondensed Bold"/>
                  <a:cs typeface="Barlow SemiCondensed Bold"/>
                  <a:sym typeface="Barlow SemiCondensed Bold"/>
                </a:rPr>
                <a:t>GEOAXIS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757036" y="9120187"/>
            <a:ext cx="502264" cy="28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b="true">
                <a:solidFill>
                  <a:srgbClr val="2626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102441"/>
            <a:ext cx="727844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b="true" sz="5499">
                <a:solidFill>
                  <a:srgbClr val="262626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ABOUT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874387"/>
            <a:ext cx="8981977" cy="568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GeoAxis Web Solutions</a:t>
            </a: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is a modern digital service provider specializing in high-quality, performance-driven websites that highlight your services and featured projects, strategically built to attract, engage, and convert potential clients.</a:t>
            </a:r>
          </a:p>
          <a:p>
            <a:pPr algn="just">
              <a:lnSpc>
                <a:spcPts val="3750"/>
              </a:lnSpc>
            </a:pPr>
          </a:p>
          <a:p>
            <a:pPr algn="just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GeoAxis Web Solutions, we believe that every business deserves a strong digital foundation. That’s why we focus on creating solutions that are fast, mobile-ready, SEO-friendly, and aligned with your brand identity.</a:t>
            </a:r>
          </a:p>
          <a:p>
            <a:pPr algn="just">
              <a:lnSpc>
                <a:spcPts val="375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21093" y="0"/>
            <a:ext cx="8518651" cy="10287000"/>
            <a:chOff x="0" y="0"/>
            <a:chExt cx="741941" cy="895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1941" cy="895957"/>
            </a:xfrm>
            <a:custGeom>
              <a:avLst/>
              <a:gdLst/>
              <a:ahLst/>
              <a:cxnLst/>
              <a:rect r="r" b="b" t="t" l="l"/>
              <a:pathLst>
                <a:path h="895957" w="741941">
                  <a:moveTo>
                    <a:pt x="203200" y="0"/>
                  </a:moveTo>
                  <a:lnTo>
                    <a:pt x="741941" y="0"/>
                  </a:lnTo>
                  <a:lnTo>
                    <a:pt x="538741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538741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87078" y="8985210"/>
            <a:ext cx="1892849" cy="546180"/>
            <a:chOff x="0" y="0"/>
            <a:chExt cx="3105041" cy="8959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05041" cy="895957"/>
            </a:xfrm>
            <a:custGeom>
              <a:avLst/>
              <a:gdLst/>
              <a:ahLst/>
              <a:cxnLst/>
              <a:rect r="r" b="b" t="t" l="l"/>
              <a:pathLst>
                <a:path h="895957" w="3105041">
                  <a:moveTo>
                    <a:pt x="203200" y="0"/>
                  </a:moveTo>
                  <a:lnTo>
                    <a:pt x="3105041" y="0"/>
                  </a:lnTo>
                  <a:lnTo>
                    <a:pt x="2901841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901841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458794" y="3319890"/>
            <a:ext cx="886383" cy="0"/>
          </a:xfrm>
          <a:prstGeom prst="line">
            <a:avLst/>
          </a:prstGeom>
          <a:ln cap="flat" w="38100">
            <a:solidFill>
              <a:srgbClr val="F9C4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63102" y="2116704"/>
            <a:ext cx="7141624" cy="7141596"/>
            <a:chOff x="0" y="0"/>
            <a:chExt cx="6350025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-9851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5630735"/>
            <a:ext cx="1268804" cy="126880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434160" y="922568"/>
            <a:ext cx="1853840" cy="225831"/>
          </a:xfrm>
          <a:custGeom>
            <a:avLst/>
            <a:gdLst/>
            <a:ahLst/>
            <a:cxnLst/>
            <a:rect r="r" b="b" t="t" l="l"/>
            <a:pathLst>
              <a:path h="225831" w="1853840">
                <a:moveTo>
                  <a:pt x="0" y="0"/>
                </a:moveTo>
                <a:lnTo>
                  <a:pt x="1853840" y="0"/>
                </a:lnTo>
                <a:lnTo>
                  <a:pt x="1853840" y="225832"/>
                </a:lnTo>
                <a:lnTo>
                  <a:pt x="0" y="225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14636" y="5916524"/>
            <a:ext cx="496932" cy="697226"/>
          </a:xfrm>
          <a:custGeom>
            <a:avLst/>
            <a:gdLst/>
            <a:ahLst/>
            <a:cxnLst/>
            <a:rect r="r" b="b" t="t" l="l"/>
            <a:pathLst>
              <a:path h="697226" w="496932">
                <a:moveTo>
                  <a:pt x="0" y="0"/>
                </a:moveTo>
                <a:lnTo>
                  <a:pt x="496932" y="0"/>
                </a:lnTo>
                <a:lnTo>
                  <a:pt x="496932" y="697226"/>
                </a:lnTo>
                <a:lnTo>
                  <a:pt x="0" y="6972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6309" y="476309"/>
            <a:ext cx="3396987" cy="1104783"/>
            <a:chOff x="0" y="0"/>
            <a:chExt cx="4529316" cy="14730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3044" cy="1473044"/>
            </a:xfrm>
            <a:custGeom>
              <a:avLst/>
              <a:gdLst/>
              <a:ahLst/>
              <a:cxnLst/>
              <a:rect r="r" b="b" t="t" l="l"/>
              <a:pathLst>
                <a:path h="1473044" w="1473044">
                  <a:moveTo>
                    <a:pt x="0" y="0"/>
                  </a:moveTo>
                  <a:lnTo>
                    <a:pt x="1473044" y="0"/>
                  </a:lnTo>
                  <a:lnTo>
                    <a:pt x="1473044" y="1473044"/>
                  </a:lnTo>
                  <a:lnTo>
                    <a:pt x="0" y="1473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762104" y="361872"/>
              <a:ext cx="2767212" cy="825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9"/>
                </a:lnSpc>
              </a:pPr>
              <a:r>
                <a:rPr lang="en-US" b="true" sz="4499" spc="-44">
                  <a:solidFill>
                    <a:srgbClr val="262626"/>
                  </a:solidFill>
                  <a:latin typeface="Barlow SemiCondensed Bold"/>
                  <a:ea typeface="Barlow SemiCondensed Bold"/>
                  <a:cs typeface="Barlow SemiCondensed Bold"/>
                  <a:sym typeface="Barlow SemiCondensed Bold"/>
                </a:rPr>
                <a:t>GEOAXIS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39744" y="1440290"/>
            <a:ext cx="6243520" cy="231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true">
                <a:solidFill>
                  <a:srgbClr val="262626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WHAT THIS WEBSITE CAN DO FOR YOU</a:t>
            </a:r>
          </a:p>
          <a:p>
            <a:pPr algn="l">
              <a:lnSpc>
                <a:spcPts val="604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6757036" y="9120187"/>
            <a:ext cx="502264" cy="28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b="true">
                <a:solidFill>
                  <a:srgbClr val="2626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58794" y="3758040"/>
            <a:ext cx="6789500" cy="1177925"/>
            <a:chOff x="0" y="0"/>
            <a:chExt cx="9052667" cy="15705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63301"/>
              <a:ext cx="473780" cy="333421"/>
            </a:xfrm>
            <a:custGeom>
              <a:avLst/>
              <a:gdLst/>
              <a:ahLst/>
              <a:cxnLst/>
              <a:rect r="r" b="b" t="t" l="l"/>
              <a:pathLst>
                <a:path h="333421" w="473780">
                  <a:moveTo>
                    <a:pt x="0" y="0"/>
                  </a:moveTo>
                  <a:lnTo>
                    <a:pt x="473780" y="0"/>
                  </a:lnTo>
                  <a:lnTo>
                    <a:pt x="473780" y="333421"/>
                  </a:lnTo>
                  <a:lnTo>
                    <a:pt x="0" y="33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635545" y="-9525"/>
              <a:ext cx="8417122" cy="1580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sz="2499" b="true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Present your services and feature projects in a clean and credible way</a:t>
              </a:r>
            </a:p>
            <a:p>
              <a:pPr algn="just">
                <a:lnSpc>
                  <a:spcPts val="317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39744" y="4749172"/>
            <a:ext cx="6789500" cy="1177925"/>
            <a:chOff x="0" y="0"/>
            <a:chExt cx="9052667" cy="15705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76001"/>
              <a:ext cx="473780" cy="333421"/>
            </a:xfrm>
            <a:custGeom>
              <a:avLst/>
              <a:gdLst/>
              <a:ahLst/>
              <a:cxnLst/>
              <a:rect r="r" b="b" t="t" l="l"/>
              <a:pathLst>
                <a:path h="333421" w="473780">
                  <a:moveTo>
                    <a:pt x="0" y="0"/>
                  </a:moveTo>
                  <a:lnTo>
                    <a:pt x="473780" y="0"/>
                  </a:lnTo>
                  <a:lnTo>
                    <a:pt x="473780" y="333421"/>
                  </a:lnTo>
                  <a:lnTo>
                    <a:pt x="0" y="33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635545" y="-9525"/>
              <a:ext cx="8417122" cy="1580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sz="2499" b="true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Build trust with potential clients through a modern web application</a:t>
              </a:r>
            </a:p>
            <a:p>
              <a:pPr algn="just">
                <a:lnSpc>
                  <a:spcPts val="317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58794" y="5828254"/>
            <a:ext cx="6789500" cy="1577975"/>
            <a:chOff x="0" y="0"/>
            <a:chExt cx="9052667" cy="21039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63301"/>
              <a:ext cx="473780" cy="333421"/>
            </a:xfrm>
            <a:custGeom>
              <a:avLst/>
              <a:gdLst/>
              <a:ahLst/>
              <a:cxnLst/>
              <a:rect r="r" b="b" t="t" l="l"/>
              <a:pathLst>
                <a:path h="333421" w="473780">
                  <a:moveTo>
                    <a:pt x="0" y="0"/>
                  </a:moveTo>
                  <a:lnTo>
                    <a:pt x="473780" y="0"/>
                  </a:lnTo>
                  <a:lnTo>
                    <a:pt x="473780" y="333421"/>
                  </a:lnTo>
                  <a:lnTo>
                    <a:pt x="0" y="33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635545" y="-9525"/>
              <a:ext cx="8417122" cy="2113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sz="2499" b="true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Make your business easily discoverable online (SEO-ready structure)</a:t>
              </a:r>
            </a:p>
            <a:p>
              <a:pPr algn="just">
                <a:lnSpc>
                  <a:spcPts val="317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58794" y="7174872"/>
            <a:ext cx="6789500" cy="1177925"/>
            <a:chOff x="0" y="0"/>
            <a:chExt cx="9052667" cy="15705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63301"/>
              <a:ext cx="473780" cy="333421"/>
            </a:xfrm>
            <a:custGeom>
              <a:avLst/>
              <a:gdLst/>
              <a:ahLst/>
              <a:cxnLst/>
              <a:rect r="r" b="b" t="t" l="l"/>
              <a:pathLst>
                <a:path h="333421" w="473780">
                  <a:moveTo>
                    <a:pt x="0" y="0"/>
                  </a:moveTo>
                  <a:lnTo>
                    <a:pt x="473780" y="0"/>
                  </a:lnTo>
                  <a:lnTo>
                    <a:pt x="473780" y="333421"/>
                  </a:lnTo>
                  <a:lnTo>
                    <a:pt x="0" y="33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635545" y="-9525"/>
              <a:ext cx="8417122" cy="1580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sz="2499" b="true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Generate inquiries through integrated contact forms</a:t>
              </a:r>
            </a:p>
            <a:p>
              <a:pPr algn="just">
                <a:lnSpc>
                  <a:spcPts val="317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439744" y="8227913"/>
            <a:ext cx="6789500" cy="1177925"/>
            <a:chOff x="0" y="0"/>
            <a:chExt cx="9052667" cy="15705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63301"/>
              <a:ext cx="473780" cy="333421"/>
            </a:xfrm>
            <a:custGeom>
              <a:avLst/>
              <a:gdLst/>
              <a:ahLst/>
              <a:cxnLst/>
              <a:rect r="r" b="b" t="t" l="l"/>
              <a:pathLst>
                <a:path h="333421" w="473780">
                  <a:moveTo>
                    <a:pt x="0" y="0"/>
                  </a:moveTo>
                  <a:lnTo>
                    <a:pt x="473780" y="0"/>
                  </a:lnTo>
                  <a:lnTo>
                    <a:pt x="473780" y="333421"/>
                  </a:lnTo>
                  <a:lnTo>
                    <a:pt x="0" y="33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635545" y="-9525"/>
              <a:ext cx="8417122" cy="1580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sz="2499" b="true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Fully responsive — works perfectly on mobile, tablet, and desktop</a:t>
              </a:r>
            </a:p>
            <a:p>
              <a:pPr algn="just">
                <a:lnSpc>
                  <a:spcPts val="3174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62582"/>
            <a:ext cx="18288000" cy="3224418"/>
            <a:chOff x="0" y="0"/>
            <a:chExt cx="4816593" cy="849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49230"/>
            </a:xfrm>
            <a:custGeom>
              <a:avLst/>
              <a:gdLst/>
              <a:ahLst/>
              <a:cxnLst/>
              <a:rect r="r" b="b" t="t" l="l"/>
              <a:pathLst>
                <a:path h="849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49230"/>
                  </a:lnTo>
                  <a:lnTo>
                    <a:pt x="0" y="849230"/>
                  </a:lnTo>
                  <a:close/>
                </a:path>
              </a:pathLst>
            </a:custGeom>
            <a:solidFill>
              <a:srgbClr val="2626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830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471725" y="3398907"/>
            <a:ext cx="886383" cy="0"/>
          </a:xfrm>
          <a:prstGeom prst="line">
            <a:avLst/>
          </a:prstGeom>
          <a:ln cap="flat" w="38100">
            <a:solidFill>
              <a:srgbClr val="F9C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28758" y="8561875"/>
            <a:ext cx="1853840" cy="225831"/>
          </a:xfrm>
          <a:custGeom>
            <a:avLst/>
            <a:gdLst/>
            <a:ahLst/>
            <a:cxnLst/>
            <a:rect r="r" b="b" t="t" l="l"/>
            <a:pathLst>
              <a:path h="225831" w="1853840">
                <a:moveTo>
                  <a:pt x="0" y="0"/>
                </a:moveTo>
                <a:lnTo>
                  <a:pt x="1853840" y="0"/>
                </a:lnTo>
                <a:lnTo>
                  <a:pt x="1853840" y="225832"/>
                </a:lnTo>
                <a:lnTo>
                  <a:pt x="0" y="225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76309" y="476309"/>
            <a:ext cx="3396987" cy="1104783"/>
            <a:chOff x="0" y="0"/>
            <a:chExt cx="4529316" cy="14730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3044" cy="1473044"/>
            </a:xfrm>
            <a:custGeom>
              <a:avLst/>
              <a:gdLst/>
              <a:ahLst/>
              <a:cxnLst/>
              <a:rect r="r" b="b" t="t" l="l"/>
              <a:pathLst>
                <a:path h="1473044" w="1473044">
                  <a:moveTo>
                    <a:pt x="0" y="0"/>
                  </a:moveTo>
                  <a:lnTo>
                    <a:pt x="1473044" y="0"/>
                  </a:lnTo>
                  <a:lnTo>
                    <a:pt x="1473044" y="1473044"/>
                  </a:lnTo>
                  <a:lnTo>
                    <a:pt x="0" y="1473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762104" y="361872"/>
              <a:ext cx="2767212" cy="825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9"/>
                </a:lnSpc>
              </a:pPr>
              <a:r>
                <a:rPr lang="en-US" b="true" sz="4499" spc="-44">
                  <a:solidFill>
                    <a:srgbClr val="262626"/>
                  </a:solidFill>
                  <a:latin typeface="Barlow SemiCondensed Bold"/>
                  <a:ea typeface="Barlow SemiCondensed Bold"/>
                  <a:cs typeface="Barlow SemiCondensed Bold"/>
                  <a:sym typeface="Barlow SemiCondensed Bold"/>
                </a:rPr>
                <a:t>GEOAXIS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71725" y="4139654"/>
            <a:ext cx="7936489" cy="4535137"/>
          </a:xfrm>
          <a:custGeom>
            <a:avLst/>
            <a:gdLst/>
            <a:ahLst/>
            <a:cxnLst/>
            <a:rect r="r" b="b" t="t" l="l"/>
            <a:pathLst>
              <a:path h="4535137" w="7936489">
                <a:moveTo>
                  <a:pt x="0" y="0"/>
                </a:moveTo>
                <a:lnTo>
                  <a:pt x="7936489" y="0"/>
                </a:lnTo>
                <a:lnTo>
                  <a:pt x="7936489" y="4535137"/>
                </a:lnTo>
                <a:lnTo>
                  <a:pt x="0" y="45351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0759" y="1371888"/>
            <a:ext cx="9687180" cy="5535531"/>
          </a:xfrm>
          <a:custGeom>
            <a:avLst/>
            <a:gdLst/>
            <a:ahLst/>
            <a:cxnLst/>
            <a:rect r="r" b="b" t="t" l="l"/>
            <a:pathLst>
              <a:path h="5535531" w="9687180">
                <a:moveTo>
                  <a:pt x="0" y="0"/>
                </a:moveTo>
                <a:lnTo>
                  <a:pt x="9687180" y="0"/>
                </a:lnTo>
                <a:lnTo>
                  <a:pt x="9687180" y="5535532"/>
                </a:lnTo>
                <a:lnTo>
                  <a:pt x="0" y="55355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71725" y="2147957"/>
            <a:ext cx="7148761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b="true" sz="5499">
                <a:solidFill>
                  <a:srgbClr val="262626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SAMPLE BUSINESS CARD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539347"/>
            <a:ext cx="18288000" cy="4747653"/>
            <a:chOff x="0" y="0"/>
            <a:chExt cx="3348298" cy="869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8298" cy="869234"/>
            </a:xfrm>
            <a:custGeom>
              <a:avLst/>
              <a:gdLst/>
              <a:ahLst/>
              <a:cxnLst/>
              <a:rect r="r" b="b" t="t" l="l"/>
              <a:pathLst>
                <a:path h="869234" w="3348298">
                  <a:moveTo>
                    <a:pt x="0" y="0"/>
                  </a:moveTo>
                  <a:lnTo>
                    <a:pt x="3348298" y="0"/>
                  </a:lnTo>
                  <a:lnTo>
                    <a:pt x="3348298" y="869234"/>
                  </a:lnTo>
                  <a:lnTo>
                    <a:pt x="0" y="869234"/>
                  </a:lnTo>
                  <a:close/>
                </a:path>
              </a:pathLst>
            </a:custGeom>
            <a:solidFill>
              <a:srgbClr val="26262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348298" cy="869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87078" y="8985210"/>
            <a:ext cx="1892849" cy="546180"/>
            <a:chOff x="0" y="0"/>
            <a:chExt cx="3105041" cy="8959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05041" cy="895957"/>
            </a:xfrm>
            <a:custGeom>
              <a:avLst/>
              <a:gdLst/>
              <a:ahLst/>
              <a:cxnLst/>
              <a:rect r="r" b="b" t="t" l="l"/>
              <a:pathLst>
                <a:path h="895957" w="3105041">
                  <a:moveTo>
                    <a:pt x="203200" y="0"/>
                  </a:moveTo>
                  <a:lnTo>
                    <a:pt x="3105041" y="0"/>
                  </a:lnTo>
                  <a:lnTo>
                    <a:pt x="2901841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901841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700808" y="2206893"/>
            <a:ext cx="886383" cy="0"/>
          </a:xfrm>
          <a:prstGeom prst="line">
            <a:avLst/>
          </a:prstGeom>
          <a:ln cap="flat" w="38100">
            <a:solidFill>
              <a:srgbClr val="F9C4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114945" y="2795105"/>
            <a:ext cx="4439415" cy="2744242"/>
            <a:chOff x="0" y="0"/>
            <a:chExt cx="5919220" cy="3658989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2"/>
            <a:srcRect l="0" t="3609" r="0" b="3609"/>
            <a:stretch>
              <a:fillRect/>
            </a:stretch>
          </p:blipFill>
          <p:spPr>
            <a:xfrm flipH="false" flipV="false">
              <a:off x="0" y="0"/>
              <a:ext cx="5919220" cy="3658989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6924292" y="2795105"/>
            <a:ext cx="4439415" cy="2744242"/>
            <a:chOff x="0" y="0"/>
            <a:chExt cx="5919220" cy="3658989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3"/>
            <a:srcRect l="0" t="3680" r="0" b="3680"/>
            <a:stretch>
              <a:fillRect/>
            </a:stretch>
          </p:blipFill>
          <p:spPr>
            <a:xfrm flipH="false" flipV="false">
              <a:off x="0" y="0"/>
              <a:ext cx="5919220" cy="3658989"/>
            </a:xfrm>
            <a:prstGeom prst="rect">
              <a:avLst/>
            </a:prstGeom>
          </p:spPr>
        </p:pic>
      </p:grpSp>
      <p:grpSp>
        <p:nvGrpSpPr>
          <p:cNvPr name="Group 13" id="13"/>
          <p:cNvGrpSpPr/>
          <p:nvPr/>
        </p:nvGrpSpPr>
        <p:grpSpPr>
          <a:xfrm rot="0">
            <a:off x="11735183" y="2795105"/>
            <a:ext cx="4439415" cy="2744242"/>
            <a:chOff x="0" y="0"/>
            <a:chExt cx="5919220" cy="3658989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4"/>
            <a:srcRect l="0" t="3680" r="0" b="3680"/>
            <a:stretch>
              <a:fillRect/>
            </a:stretch>
          </p:blipFill>
          <p:spPr>
            <a:xfrm flipH="false" flipV="false">
              <a:off x="0" y="0"/>
              <a:ext cx="5919220" cy="3658989"/>
            </a:xfrm>
            <a:prstGeom prst="rect">
              <a:avLst/>
            </a:prstGeom>
          </p:spPr>
        </p:pic>
      </p:grpSp>
      <p:sp>
        <p:nvSpPr>
          <p:cNvPr name="Freeform 15" id="15"/>
          <p:cNvSpPr/>
          <p:nvPr/>
        </p:nvSpPr>
        <p:spPr>
          <a:xfrm flipH="false" flipV="false" rot="0">
            <a:off x="16434160" y="922568"/>
            <a:ext cx="1853840" cy="225831"/>
          </a:xfrm>
          <a:custGeom>
            <a:avLst/>
            <a:gdLst/>
            <a:ahLst/>
            <a:cxnLst/>
            <a:rect r="r" b="b" t="t" l="l"/>
            <a:pathLst>
              <a:path h="225831" w="1853840">
                <a:moveTo>
                  <a:pt x="0" y="0"/>
                </a:moveTo>
                <a:lnTo>
                  <a:pt x="1853840" y="0"/>
                </a:lnTo>
                <a:lnTo>
                  <a:pt x="1853840" y="225832"/>
                </a:lnTo>
                <a:lnTo>
                  <a:pt x="0" y="2258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6309" y="476309"/>
            <a:ext cx="3396987" cy="1104783"/>
            <a:chOff x="0" y="0"/>
            <a:chExt cx="4529316" cy="14730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3044" cy="1473044"/>
            </a:xfrm>
            <a:custGeom>
              <a:avLst/>
              <a:gdLst/>
              <a:ahLst/>
              <a:cxnLst/>
              <a:rect r="r" b="b" t="t" l="l"/>
              <a:pathLst>
                <a:path h="1473044" w="1473044">
                  <a:moveTo>
                    <a:pt x="0" y="0"/>
                  </a:moveTo>
                  <a:lnTo>
                    <a:pt x="1473044" y="0"/>
                  </a:lnTo>
                  <a:lnTo>
                    <a:pt x="1473044" y="1473044"/>
                  </a:lnTo>
                  <a:lnTo>
                    <a:pt x="0" y="1473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762104" y="361872"/>
              <a:ext cx="2767212" cy="825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9"/>
                </a:lnSpc>
              </a:pPr>
              <a:r>
                <a:rPr lang="en-US" b="true" sz="4499" spc="-44">
                  <a:solidFill>
                    <a:srgbClr val="262626"/>
                  </a:solidFill>
                  <a:latin typeface="Barlow SemiCondensed Bold"/>
                  <a:ea typeface="Barlow SemiCondensed Bold"/>
                  <a:cs typeface="Barlow SemiCondensed Bold"/>
                  <a:sym typeface="Barlow SemiCondensed Bold"/>
                </a:rPr>
                <a:t>GEOAXIS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747815" y="4981317"/>
            <a:ext cx="1173676" cy="1116060"/>
          </a:xfrm>
          <a:custGeom>
            <a:avLst/>
            <a:gdLst/>
            <a:ahLst/>
            <a:cxnLst/>
            <a:rect r="r" b="b" t="t" l="l"/>
            <a:pathLst>
              <a:path h="1116060" w="1173676">
                <a:moveTo>
                  <a:pt x="0" y="0"/>
                </a:moveTo>
                <a:lnTo>
                  <a:pt x="1173676" y="0"/>
                </a:lnTo>
                <a:lnTo>
                  <a:pt x="1173676" y="1116060"/>
                </a:lnTo>
                <a:lnTo>
                  <a:pt x="0" y="1116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757036" y="9120187"/>
            <a:ext cx="50226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b="true">
                <a:solidFill>
                  <a:srgbClr val="2626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22477" y="8007151"/>
            <a:ext cx="4024351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Best for: Startups, Local Businesses, and Service Providers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29851" y="8007151"/>
            <a:ext cx="4024351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Best for: Growing businesses that want stronger branding and higher conversion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40992" y="8007151"/>
            <a:ext cx="4024351" cy="150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Best for: Established businesses, agencies, and companies needing automation or systems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2362" y="6759376"/>
            <a:ext cx="46845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Basic Business Website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09063" y="6759376"/>
            <a:ext cx="486987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Professional Website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33459" y="6759376"/>
            <a:ext cx="434113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Fully Customize Website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76103" y="1066800"/>
            <a:ext cx="6135793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b="true" sz="5499">
                <a:solidFill>
                  <a:srgbClr val="262626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PACKAGES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113970" y="4981317"/>
            <a:ext cx="1173676" cy="1116060"/>
          </a:xfrm>
          <a:custGeom>
            <a:avLst/>
            <a:gdLst/>
            <a:ahLst/>
            <a:cxnLst/>
            <a:rect r="r" b="b" t="t" l="l"/>
            <a:pathLst>
              <a:path h="1116060" w="1173676">
                <a:moveTo>
                  <a:pt x="0" y="0"/>
                </a:moveTo>
                <a:lnTo>
                  <a:pt x="1173677" y="0"/>
                </a:lnTo>
                <a:lnTo>
                  <a:pt x="1173677" y="1116060"/>
                </a:lnTo>
                <a:lnTo>
                  <a:pt x="0" y="1116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287647" y="4981317"/>
            <a:ext cx="1173676" cy="1116060"/>
          </a:xfrm>
          <a:custGeom>
            <a:avLst/>
            <a:gdLst/>
            <a:ahLst/>
            <a:cxnLst/>
            <a:rect r="r" b="b" t="t" l="l"/>
            <a:pathLst>
              <a:path h="1116060" w="1173676">
                <a:moveTo>
                  <a:pt x="0" y="0"/>
                </a:moveTo>
                <a:lnTo>
                  <a:pt x="1173676" y="0"/>
                </a:lnTo>
                <a:lnTo>
                  <a:pt x="1173676" y="1116060"/>
                </a:lnTo>
                <a:lnTo>
                  <a:pt x="0" y="1116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68052" y="4981317"/>
            <a:ext cx="1173676" cy="1116060"/>
          </a:xfrm>
          <a:custGeom>
            <a:avLst/>
            <a:gdLst/>
            <a:ahLst/>
            <a:cxnLst/>
            <a:rect r="r" b="b" t="t" l="l"/>
            <a:pathLst>
              <a:path h="1116060" w="1173676">
                <a:moveTo>
                  <a:pt x="0" y="0"/>
                </a:moveTo>
                <a:lnTo>
                  <a:pt x="1173676" y="0"/>
                </a:lnTo>
                <a:lnTo>
                  <a:pt x="1173676" y="1116060"/>
                </a:lnTo>
                <a:lnTo>
                  <a:pt x="0" y="1116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41075" y="5309942"/>
            <a:ext cx="1173676" cy="1116060"/>
          </a:xfrm>
          <a:custGeom>
            <a:avLst/>
            <a:gdLst/>
            <a:ahLst/>
            <a:cxnLst/>
            <a:rect r="r" b="b" t="t" l="l"/>
            <a:pathLst>
              <a:path h="1116060" w="1173676">
                <a:moveTo>
                  <a:pt x="0" y="0"/>
                </a:moveTo>
                <a:lnTo>
                  <a:pt x="1173677" y="0"/>
                </a:lnTo>
                <a:lnTo>
                  <a:pt x="1173677" y="1116059"/>
                </a:lnTo>
                <a:lnTo>
                  <a:pt x="0" y="11160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311667" y="5309942"/>
            <a:ext cx="1173676" cy="1116060"/>
          </a:xfrm>
          <a:custGeom>
            <a:avLst/>
            <a:gdLst/>
            <a:ahLst/>
            <a:cxnLst/>
            <a:rect r="r" b="b" t="t" l="l"/>
            <a:pathLst>
              <a:path h="1116060" w="1173676">
                <a:moveTo>
                  <a:pt x="0" y="0"/>
                </a:moveTo>
                <a:lnTo>
                  <a:pt x="1173676" y="0"/>
                </a:lnTo>
                <a:lnTo>
                  <a:pt x="1173676" y="1116059"/>
                </a:lnTo>
                <a:lnTo>
                  <a:pt x="0" y="11160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114945" y="7421364"/>
            <a:ext cx="468458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P15,000 - P30,000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01710" y="7421364"/>
            <a:ext cx="468458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P30,000 - P80,000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12600" y="7421364"/>
            <a:ext cx="468458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P80,000 - P150,000+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796406" cy="895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6406" cy="895957"/>
            </a:xfrm>
            <a:custGeom>
              <a:avLst/>
              <a:gdLst/>
              <a:ahLst/>
              <a:cxnLst/>
              <a:rect r="r" b="b" t="t" l="l"/>
              <a:pathLst>
                <a:path h="895957" w="796406">
                  <a:moveTo>
                    <a:pt x="203200" y="0"/>
                  </a:moveTo>
                  <a:lnTo>
                    <a:pt x="796406" y="0"/>
                  </a:lnTo>
                  <a:lnTo>
                    <a:pt x="593206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593206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5983215"/>
            <a:ext cx="18302287" cy="3275085"/>
            <a:chOff x="0" y="0"/>
            <a:chExt cx="4820355" cy="8625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0355" cy="862574"/>
            </a:xfrm>
            <a:custGeom>
              <a:avLst/>
              <a:gdLst/>
              <a:ahLst/>
              <a:cxnLst/>
              <a:rect r="r" b="b" t="t" l="l"/>
              <a:pathLst>
                <a:path h="862574" w="4820355">
                  <a:moveTo>
                    <a:pt x="0" y="0"/>
                  </a:moveTo>
                  <a:lnTo>
                    <a:pt x="4820355" y="0"/>
                  </a:lnTo>
                  <a:lnTo>
                    <a:pt x="4820355" y="862574"/>
                  </a:lnTo>
                  <a:lnTo>
                    <a:pt x="0" y="862574"/>
                  </a:lnTo>
                  <a:close/>
                </a:path>
              </a:pathLst>
            </a:custGeom>
            <a:solidFill>
              <a:srgbClr val="26262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20355" cy="919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698713" y="0"/>
            <a:ext cx="8603573" cy="10287000"/>
            <a:chOff x="0" y="0"/>
            <a:chExt cx="8603361" cy="102867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50" y="-128"/>
              <a:ext cx="8603411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3411">
                  <a:moveTo>
                    <a:pt x="8603411" y="10251441"/>
                  </a:moveTo>
                  <a:cubicBezTo>
                    <a:pt x="8603411" y="10284588"/>
                    <a:pt x="8592743" y="10286874"/>
                    <a:pt x="8564930" y="10286874"/>
                  </a:cubicBezTo>
                  <a:cubicBezTo>
                    <a:pt x="5710350" y="10286239"/>
                    <a:pt x="2855899" y="10286239"/>
                    <a:pt x="1320" y="10286239"/>
                  </a:cubicBezTo>
                  <a:cubicBezTo>
                    <a:pt x="-2744" y="10272396"/>
                    <a:pt x="3606" y="10259823"/>
                    <a:pt x="6527" y="10246996"/>
                  </a:cubicBezTo>
                  <a:cubicBezTo>
                    <a:pt x="132003" y="9685402"/>
                    <a:pt x="257606" y="9123935"/>
                    <a:pt x="383463" y="8562467"/>
                  </a:cubicBezTo>
                  <a:cubicBezTo>
                    <a:pt x="562914" y="7761986"/>
                    <a:pt x="742746" y="6961633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6"/>
                    <a:pt x="8602395" y="6846317"/>
                    <a:pt x="8603411" y="10251441"/>
                  </a:cubicBezTo>
                  <a:close/>
                </a:path>
              </a:pathLst>
            </a:custGeom>
            <a:blipFill>
              <a:blip r:embed="rId2"/>
              <a:stretch>
                <a:fillRect l="0" t="-12726" r="0" b="-1272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7078" y="8985210"/>
            <a:ext cx="1892849" cy="546180"/>
            <a:chOff x="0" y="0"/>
            <a:chExt cx="3105041" cy="8959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05041" cy="895957"/>
            </a:xfrm>
            <a:custGeom>
              <a:avLst/>
              <a:gdLst/>
              <a:ahLst/>
              <a:cxnLst/>
              <a:rect r="r" b="b" t="t" l="l"/>
              <a:pathLst>
                <a:path h="895957" w="3105041">
                  <a:moveTo>
                    <a:pt x="203200" y="0"/>
                  </a:moveTo>
                  <a:lnTo>
                    <a:pt x="3105041" y="0"/>
                  </a:lnTo>
                  <a:lnTo>
                    <a:pt x="2901841" y="895957"/>
                  </a:lnTo>
                  <a:lnTo>
                    <a:pt x="0" y="8959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9C40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901841" cy="93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028700" y="2182741"/>
            <a:ext cx="886383" cy="0"/>
          </a:xfrm>
          <a:prstGeom prst="line">
            <a:avLst/>
          </a:prstGeom>
          <a:ln cap="flat" w="38100">
            <a:solidFill>
              <a:srgbClr val="F9C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462795" y="6599970"/>
            <a:ext cx="496604" cy="491017"/>
          </a:xfrm>
          <a:custGeom>
            <a:avLst/>
            <a:gdLst/>
            <a:ahLst/>
            <a:cxnLst/>
            <a:rect r="r" b="b" t="t" l="l"/>
            <a:pathLst>
              <a:path h="491017" w="496604">
                <a:moveTo>
                  <a:pt x="0" y="0"/>
                </a:moveTo>
                <a:lnTo>
                  <a:pt x="496604" y="0"/>
                </a:lnTo>
                <a:lnTo>
                  <a:pt x="496604" y="491017"/>
                </a:lnTo>
                <a:lnTo>
                  <a:pt x="0" y="491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13650" y="6673018"/>
            <a:ext cx="535894" cy="344921"/>
          </a:xfrm>
          <a:custGeom>
            <a:avLst/>
            <a:gdLst/>
            <a:ahLst/>
            <a:cxnLst/>
            <a:rect r="r" b="b" t="t" l="l"/>
            <a:pathLst>
              <a:path h="344921" w="535894">
                <a:moveTo>
                  <a:pt x="0" y="0"/>
                </a:moveTo>
                <a:lnTo>
                  <a:pt x="535894" y="0"/>
                </a:lnTo>
                <a:lnTo>
                  <a:pt x="535894" y="344921"/>
                </a:lnTo>
                <a:lnTo>
                  <a:pt x="0" y="3449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62795" y="7764785"/>
            <a:ext cx="462881" cy="589317"/>
          </a:xfrm>
          <a:custGeom>
            <a:avLst/>
            <a:gdLst/>
            <a:ahLst/>
            <a:cxnLst/>
            <a:rect r="r" b="b" t="t" l="l"/>
            <a:pathLst>
              <a:path h="589317" w="462881">
                <a:moveTo>
                  <a:pt x="0" y="0"/>
                </a:moveTo>
                <a:lnTo>
                  <a:pt x="462881" y="0"/>
                </a:lnTo>
                <a:lnTo>
                  <a:pt x="462881" y="589316"/>
                </a:lnTo>
                <a:lnTo>
                  <a:pt x="0" y="5893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9145384"/>
            <a:ext cx="1853840" cy="225831"/>
          </a:xfrm>
          <a:custGeom>
            <a:avLst/>
            <a:gdLst/>
            <a:ahLst/>
            <a:cxnLst/>
            <a:rect r="r" b="b" t="t" l="l"/>
            <a:pathLst>
              <a:path h="225831" w="1853840">
                <a:moveTo>
                  <a:pt x="0" y="0"/>
                </a:moveTo>
                <a:lnTo>
                  <a:pt x="1853840" y="0"/>
                </a:lnTo>
                <a:lnTo>
                  <a:pt x="1853840" y="225832"/>
                </a:lnTo>
                <a:lnTo>
                  <a:pt x="0" y="2258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53231" y="6894778"/>
            <a:ext cx="2576154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2000" spc="-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+63929 500 2123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53231" y="8157128"/>
            <a:ext cx="5302893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2000" spc="-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Legazpi City, Albay, Bicol, Philippines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53231" y="6457478"/>
            <a:ext cx="2576154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2000" spc="-4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 Number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53231" y="7719828"/>
            <a:ext cx="2576154" cy="30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2000" spc="-4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Address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82919" y="6447953"/>
            <a:ext cx="2576154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2000" spc="-4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Email Address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82919" y="6885253"/>
            <a:ext cx="3849310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2000" spc="-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andesanthony08@gmail.com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1042647"/>
            <a:ext cx="4737282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b="true" sz="5499">
                <a:solidFill>
                  <a:srgbClr val="262626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GET IN TOUCH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563740"/>
            <a:ext cx="786079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25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We build custom and scalable web applications with modern, user-centered design and interactive experiences that drive business growth and success</a:t>
            </a: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US" sz="2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Anthony Andes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DAHHXUGXVxo</dc:identifier>
  <dcterms:modified xsi:type="dcterms:W3CDTF">2011-08-01T06:04:30Z</dcterms:modified>
  <cp:revision>1</cp:revision>
  <dc:title>GeoAxis Land Surveying - Web Project Proposal</dc:title>
</cp:coreProperties>
</file>